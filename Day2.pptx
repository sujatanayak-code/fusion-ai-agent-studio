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84" r:id="rId5"/>
    <p:sldId id="291" r:id="rId6"/>
    <p:sldId id="289" r:id="rId7"/>
    <p:sldId id="285" r:id="rId8"/>
    <p:sldId id="286" r:id="rId9"/>
    <p:sldId id="288" r:id="rId10"/>
    <p:sldId id="293" r:id="rId11"/>
    <p:sldId id="287" r:id="rId12"/>
    <p:sldId id="294" r:id="rId13"/>
    <p:sldId id="290" r:id="rId14"/>
    <p:sldId id="292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ADA"/>
    <a:srgbClr val="FF91C5"/>
    <a:srgbClr val="A7C6E9"/>
    <a:srgbClr val="030553"/>
    <a:srgbClr val="6B8DE1"/>
    <a:srgbClr val="7BEBD8"/>
    <a:srgbClr val="8335E5"/>
    <a:srgbClr val="6C92E1"/>
    <a:srgbClr val="6313DC"/>
    <a:srgbClr val="7D4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52" dt="2026-09-22T16:10:58.146"/>
    <p1510:client id="{07C7DBC0-7829-DE30-0AB1-A73272ED2F68}" v="26" dt="2026-09-24T06:37:09.229"/>
    <p1510:client id="{1B786E58-368B-144D-217E-7631E57705F1}" v="171" dt="2026-09-22T15:51:45.974"/>
    <p1510:client id="{3C243ED2-0663-40F0-60D9-D849A08CD213}" v="5" dt="2026-09-22T07:56:05.1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064"/>
        <p:guide pos="3840"/>
        <p:guide pos="456"/>
        <p:guide pos="720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ata Nayak" userId="ffd12b547d8c8ba5" providerId="Windows Live" clId="Web-{07C7DBC0-7829-DE30-0AB1-A73272ED2F68}"/>
    <pc:docChg chg="addSld modSld">
      <pc:chgData name="Sujata Nayak" userId="ffd12b547d8c8ba5" providerId="Windows Live" clId="Web-{07C7DBC0-7829-DE30-0AB1-A73272ED2F68}" dt="2026-09-24T06:37:08.011" v="10" actId="20577"/>
      <pc:docMkLst>
        <pc:docMk/>
      </pc:docMkLst>
      <pc:sldChg chg="modSp add replId">
        <pc:chgData name="Sujata Nayak" userId="ffd12b547d8c8ba5" providerId="Windows Live" clId="Web-{07C7DBC0-7829-DE30-0AB1-A73272ED2F68}" dt="2026-09-24T06:36:57.182" v="8" actId="20577"/>
        <pc:sldMkLst>
          <pc:docMk/>
          <pc:sldMk cId="1612023024" sldId="293"/>
        </pc:sldMkLst>
        <pc:spChg chg="mod">
          <ac:chgData name="Sujata Nayak" userId="ffd12b547d8c8ba5" providerId="Windows Live" clId="Web-{07C7DBC0-7829-DE30-0AB1-A73272ED2F68}" dt="2026-09-24T06:36:57.182" v="8" actId="20577"/>
          <ac:spMkLst>
            <pc:docMk/>
            <pc:sldMk cId="1612023024" sldId="293"/>
            <ac:spMk id="9" creationId="{739498E9-5536-6D69-F425-28E94E2DF593}"/>
          </ac:spMkLst>
        </pc:spChg>
      </pc:sldChg>
      <pc:sldChg chg="modSp add replId">
        <pc:chgData name="Sujata Nayak" userId="ffd12b547d8c8ba5" providerId="Windows Live" clId="Web-{07C7DBC0-7829-DE30-0AB1-A73272ED2F68}" dt="2026-09-24T06:37:08.011" v="10" actId="20577"/>
        <pc:sldMkLst>
          <pc:docMk/>
          <pc:sldMk cId="4197703073" sldId="294"/>
        </pc:sldMkLst>
        <pc:spChg chg="mod">
          <ac:chgData name="Sujata Nayak" userId="ffd12b547d8c8ba5" providerId="Windows Live" clId="Web-{07C7DBC0-7829-DE30-0AB1-A73272ED2F68}" dt="2026-09-24T06:37:08.011" v="10" actId="20577"/>
          <ac:spMkLst>
            <pc:docMk/>
            <pc:sldMk cId="4197703073" sldId="294"/>
            <ac:spMk id="3" creationId="{C243D54D-50F7-49FE-AC6D-E698F139FDDC}"/>
          </ac:spMkLst>
        </pc:spChg>
      </pc:sldChg>
    </pc:docChg>
  </pc:docChgLst>
  <pc:docChgLst>
    <pc:chgData name="Sujata Nayak" userId="ffd12b547d8c8ba5" providerId="Windows Live" clId="Web-{00000000-0000-0000-0000-000000000000}"/>
    <pc:docChg chg="addSld delSld modSld">
      <pc:chgData name="Sujata Nayak" userId="ffd12b547d8c8ba5" providerId="Windows Live" clId="Web-{00000000-0000-0000-0000-000000000000}" dt="2026-09-22T16:10:58.146" v="88" actId="14100"/>
      <pc:docMkLst>
        <pc:docMk/>
      </pc:docMkLst>
      <pc:sldChg chg="modSp">
        <pc:chgData name="Sujata Nayak" userId="ffd12b547d8c8ba5" providerId="Windows Live" clId="Web-{00000000-0000-0000-0000-000000000000}" dt="2026-09-22T16:02:38.815" v="72" actId="20577"/>
        <pc:sldMkLst>
          <pc:docMk/>
          <pc:sldMk cId="1732168754" sldId="284"/>
        </pc:sldMkLst>
        <pc:spChg chg="mod">
          <ac:chgData name="Sujata Nayak" userId="ffd12b547d8c8ba5" providerId="Windows Live" clId="Web-{00000000-0000-0000-0000-000000000000}" dt="2026-09-22T16:02:38.815" v="72" actId="20577"/>
          <ac:spMkLst>
            <pc:docMk/>
            <pc:sldMk cId="1732168754" sldId="284"/>
            <ac:spMk id="2" creationId="{71589155-64C4-D820-8D91-D1A0E04833DD}"/>
          </ac:spMkLst>
        </pc:spChg>
        <pc:spChg chg="mod">
          <ac:chgData name="Sujata Nayak" userId="ffd12b547d8c8ba5" providerId="Windows Live" clId="Web-{00000000-0000-0000-0000-000000000000}" dt="2026-09-22T08:17:08.845" v="11" actId="20577"/>
          <ac:spMkLst>
            <pc:docMk/>
            <pc:sldMk cId="1732168754" sldId="284"/>
            <ac:spMk id="9" creationId="{F97598B2-6D85-1334-1AB1-D4EE03F1FB4A}"/>
          </ac:spMkLst>
        </pc:spChg>
      </pc:sldChg>
      <pc:sldChg chg="addSp delSp modSp">
        <pc:chgData name="Sujata Nayak" userId="ffd12b547d8c8ba5" providerId="Windows Live" clId="Web-{00000000-0000-0000-0000-000000000000}" dt="2026-09-22T08:17:34.065" v="13"/>
        <pc:sldMkLst>
          <pc:docMk/>
          <pc:sldMk cId="518581802" sldId="285"/>
        </pc:sldMkLst>
        <pc:picChg chg="add mod">
          <ac:chgData name="Sujata Nayak" userId="ffd12b547d8c8ba5" providerId="Windows Live" clId="Web-{00000000-0000-0000-0000-000000000000}" dt="2026-09-22T08:17:34.065" v="13"/>
          <ac:picMkLst>
            <pc:docMk/>
            <pc:sldMk cId="518581802" sldId="285"/>
            <ac:picMk id="3" creationId="{A110310F-6A23-9B04-6EBC-111623B415FB}"/>
          </ac:picMkLst>
        </pc:picChg>
      </pc:sldChg>
      <pc:sldChg chg="addSp delSp modSp add replId">
        <pc:chgData name="Sujata Nayak" userId="ffd12b547d8c8ba5" providerId="Windows Live" clId="Web-{00000000-0000-0000-0000-000000000000}" dt="2026-09-22T08:19:02.208" v="25" actId="1076"/>
        <pc:sldMkLst>
          <pc:docMk/>
          <pc:sldMk cId="2973684837" sldId="286"/>
        </pc:sldMkLst>
        <pc:picChg chg="add mod">
          <ac:chgData name="Sujata Nayak" userId="ffd12b547d8c8ba5" providerId="Windows Live" clId="Web-{00000000-0000-0000-0000-000000000000}" dt="2026-09-22T08:19:02.208" v="25" actId="1076"/>
          <ac:picMkLst>
            <pc:docMk/>
            <pc:sldMk cId="2973684837" sldId="286"/>
            <ac:picMk id="5" creationId="{73BA67BF-17E9-861D-6790-92FC25D5B940}"/>
          </ac:picMkLst>
        </pc:picChg>
      </pc:sldChg>
      <pc:sldChg chg="addSp delSp modSp add replId">
        <pc:chgData name="Sujata Nayak" userId="ffd12b547d8c8ba5" providerId="Windows Live" clId="Web-{00000000-0000-0000-0000-000000000000}" dt="2026-09-22T08:23:00.045" v="44" actId="20577"/>
        <pc:sldMkLst>
          <pc:docMk/>
          <pc:sldMk cId="615263835" sldId="287"/>
        </pc:sldMkLst>
        <pc:spChg chg="add mod">
          <ac:chgData name="Sujata Nayak" userId="ffd12b547d8c8ba5" providerId="Windows Live" clId="Web-{00000000-0000-0000-0000-000000000000}" dt="2026-09-22T08:23:00.045" v="44" actId="20577"/>
          <ac:spMkLst>
            <pc:docMk/>
            <pc:sldMk cId="615263835" sldId="287"/>
            <ac:spMk id="3" creationId="{3A09D2B0-F37C-6CAF-FD90-C840C9F878CA}"/>
          </ac:spMkLst>
        </pc:spChg>
      </pc:sldChg>
      <pc:sldChg chg="modSp add replId">
        <pc:chgData name="Sujata Nayak" userId="ffd12b547d8c8ba5" providerId="Windows Live" clId="Web-{00000000-0000-0000-0000-000000000000}" dt="2026-09-22T08:22:39.091" v="37" actId="20577"/>
        <pc:sldMkLst>
          <pc:docMk/>
          <pc:sldMk cId="585849932" sldId="288"/>
        </pc:sldMkLst>
        <pc:spChg chg="mod">
          <ac:chgData name="Sujata Nayak" userId="ffd12b547d8c8ba5" providerId="Windows Live" clId="Web-{00000000-0000-0000-0000-000000000000}" dt="2026-09-22T08:22:39.091" v="37" actId="20577"/>
          <ac:spMkLst>
            <pc:docMk/>
            <pc:sldMk cId="585849932" sldId="288"/>
            <ac:spMk id="9" creationId="{DEA70C84-80CE-FFE7-31CC-BBA96634C3CC}"/>
          </ac:spMkLst>
        </pc:spChg>
      </pc:sldChg>
      <pc:sldChg chg="addSp modSp">
        <pc:chgData name="Sujata Nayak" userId="ffd12b547d8c8ba5" providerId="Windows Live" clId="Web-{00000000-0000-0000-0000-000000000000}" dt="2026-09-22T16:01:32.641" v="62" actId="14100"/>
        <pc:sldMkLst>
          <pc:docMk/>
          <pc:sldMk cId="1647871233" sldId="291"/>
        </pc:sldMkLst>
        <pc:picChg chg="add mod">
          <ac:chgData name="Sujata Nayak" userId="ffd12b547d8c8ba5" providerId="Windows Live" clId="Web-{00000000-0000-0000-0000-000000000000}" dt="2026-09-22T16:01:32.641" v="62" actId="14100"/>
          <ac:picMkLst>
            <pc:docMk/>
            <pc:sldMk cId="1647871233" sldId="291"/>
            <ac:picMk id="2" creationId="{8C5767CA-D269-C42A-FB28-3379C2A7FC2A}"/>
          </ac:picMkLst>
        </pc:picChg>
      </pc:sldChg>
      <pc:sldChg chg="addSp delSp modSp add replId">
        <pc:chgData name="Sujata Nayak" userId="ffd12b547d8c8ba5" providerId="Windows Live" clId="Web-{00000000-0000-0000-0000-000000000000}" dt="2026-09-22T16:10:58.146" v="88" actId="14100"/>
        <pc:sldMkLst>
          <pc:docMk/>
          <pc:sldMk cId="3609466123" sldId="292"/>
        </pc:sldMkLst>
        <pc:picChg chg="add mod">
          <ac:chgData name="Sujata Nayak" userId="ffd12b547d8c8ba5" providerId="Windows Live" clId="Web-{00000000-0000-0000-0000-000000000000}" dt="2026-09-22T16:10:58.146" v="88" actId="14100"/>
          <ac:picMkLst>
            <pc:docMk/>
            <pc:sldMk cId="3609466123" sldId="292"/>
            <ac:picMk id="2" creationId="{97037451-99A2-220D-DBBE-C44A43008661}"/>
          </ac:picMkLst>
        </pc:picChg>
      </pc:sldChg>
    </pc:docChg>
  </pc:docChgLst>
  <pc:docChgLst>
    <pc:chgData name="Sujata Nayak" userId="ffd12b547d8c8ba5" providerId="Windows Live" clId="Web-{1B786E58-368B-144D-217E-7631E57705F1}"/>
    <pc:docChg chg="addSld delSld modSld">
      <pc:chgData name="Sujata Nayak" userId="ffd12b547d8c8ba5" providerId="Windows Live" clId="Web-{1B786E58-368B-144D-217E-7631E57705F1}" dt="2026-09-22T15:51:45.974" v="99"/>
      <pc:docMkLst>
        <pc:docMk/>
      </pc:docMkLst>
      <pc:sldChg chg="addSp delSp modSp">
        <pc:chgData name="Sujata Nayak" userId="ffd12b547d8c8ba5" providerId="Windows Live" clId="Web-{1B786E58-368B-144D-217E-7631E57705F1}" dt="2026-09-22T15:49:42.704" v="73"/>
        <pc:sldMkLst>
          <pc:docMk/>
          <pc:sldMk cId="1732168754" sldId="284"/>
        </pc:sldMkLst>
        <pc:spChg chg="add mod">
          <ac:chgData name="Sujata Nayak" userId="ffd12b547d8c8ba5" providerId="Windows Live" clId="Web-{1B786E58-368B-144D-217E-7631E57705F1}" dt="2026-09-22T15:49:30.594" v="69" actId="20577"/>
          <ac:spMkLst>
            <pc:docMk/>
            <pc:sldMk cId="1732168754" sldId="284"/>
            <ac:spMk id="2" creationId="{71589155-64C4-D820-8D91-D1A0E04833DD}"/>
          </ac:spMkLst>
        </pc:spChg>
        <pc:spChg chg="mod">
          <ac:chgData name="Sujata Nayak" userId="ffd12b547d8c8ba5" providerId="Windows Live" clId="Web-{1B786E58-368B-144D-217E-7631E57705F1}" dt="2026-09-22T15:47:30.652" v="52" actId="1076"/>
          <ac:spMkLst>
            <pc:docMk/>
            <pc:sldMk cId="1732168754" sldId="284"/>
            <ac:spMk id="9" creationId="{F97598B2-6D85-1334-1AB1-D4EE03F1FB4A}"/>
          </ac:spMkLst>
        </pc:spChg>
      </pc:sldChg>
      <pc:sldChg chg="add replId">
        <pc:chgData name="Sujata Nayak" userId="ffd12b547d8c8ba5" providerId="Windows Live" clId="Web-{1B786E58-368B-144D-217E-7631E57705F1}" dt="2026-09-22T11:46:41.820" v="0"/>
        <pc:sldMkLst>
          <pc:docMk/>
          <pc:sldMk cId="2878963450" sldId="289"/>
        </pc:sldMkLst>
      </pc:sldChg>
      <pc:sldChg chg="modSp add replId">
        <pc:chgData name="Sujata Nayak" userId="ffd12b547d8c8ba5" providerId="Windows Live" clId="Web-{1B786E58-368B-144D-217E-7631E57705F1}" dt="2026-09-22T15:46:05.148" v="49" actId="20577"/>
        <pc:sldMkLst>
          <pc:docMk/>
          <pc:sldMk cId="1435551653" sldId="290"/>
        </pc:sldMkLst>
        <pc:spChg chg="mod">
          <ac:chgData name="Sujata Nayak" userId="ffd12b547d8c8ba5" providerId="Windows Live" clId="Web-{1B786E58-368B-144D-217E-7631E57705F1}" dt="2026-09-22T15:46:05.148" v="49" actId="20577"/>
          <ac:spMkLst>
            <pc:docMk/>
            <pc:sldMk cId="1435551653" sldId="290"/>
            <ac:spMk id="3" creationId="{31681361-92F8-4357-7166-8038A6F35830}"/>
          </ac:spMkLst>
        </pc:spChg>
      </pc:sldChg>
      <pc:sldChg chg="addSp delSp modSp add replId">
        <pc:chgData name="Sujata Nayak" userId="ffd12b547d8c8ba5" providerId="Windows Live" clId="Web-{1B786E58-368B-144D-217E-7631E57705F1}" dt="2026-09-22T15:51:45.974" v="99"/>
        <pc:sldMkLst>
          <pc:docMk/>
          <pc:sldMk cId="1647871233" sldId="291"/>
        </pc:sldMkLst>
        <pc:spChg chg="add mod">
          <ac:chgData name="Sujata Nayak" userId="ffd12b547d8c8ba5" providerId="Windows Live" clId="Web-{1B786E58-368B-144D-217E-7631E57705F1}" dt="2026-09-22T15:50:50.847" v="85" actId="20577"/>
          <ac:spMkLst>
            <pc:docMk/>
            <pc:sldMk cId="1647871233" sldId="291"/>
            <ac:spMk id="5" creationId="{CEDA3C0D-41CF-F58C-68D3-8B54E9CAD31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5F25D-6082-47DE-9B2C-675944D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4B0FF-3B25-4E5C-A0A7-4E16363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77007-1A01-499B-ACAD-C9F9C20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2F9E5-192C-4E88-9147-D263893B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A7138-3EAF-4C9D-903E-55D9BC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B0B82-496D-45C3-A682-7AF9AFFB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DAD0-5F6F-47DA-A010-1C4A30C8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EFA6E-A768-42A8-B2C3-F100D8260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46640-E89E-47CE-984D-0C0ECF7C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77A8F-F167-4C43-AEE7-45067080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A754-ED79-4909-833D-55BF9A5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8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A026-BFE6-4D2A-9ABF-C593B56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747E8-A36B-4B4A-B2A4-B5283152A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6B59D-87BD-4F32-B9BC-31F9B1A5D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49B47-0C41-4DCC-9902-126916D9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D28B7-2F2D-4E80-A107-C1F266C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D650A-4D0F-46AE-A132-267FCD92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7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C6F9-F6F6-4EA1-98AA-81B84F7C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8B83E-B37C-46C9-8284-D6EBA003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150B8-0288-44AC-9CE7-E7BD9FB32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5DCAE-6027-49B9-A818-F45FADE27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FAE16-DBCB-4A42-BFFC-053F2D52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8C038-E6A1-499D-9E24-FA59804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911B6-A759-487E-8CB6-CF9EF73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06EC0-369D-4138-8D70-148CFDE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54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3F6AD-4D61-4238-AB7D-613625BF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ACDC9-944D-47C6-B286-82C86AD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AAC43-3846-4080-B764-AB2DB3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7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4779-0336-4AFA-B9A7-259EE8B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2F449-DDC3-4694-81E5-91A4B8F4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0A2C4-3B2E-46AC-9605-73F5B2CC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09769-F5A5-4635-BD0C-D6049DEB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52DC3-D3D7-446F-A866-D7820B7B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DB00-5218-4567-902B-845073BE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2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61E4-9FF7-494B-A1C9-C9A1DD70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45657-DA21-4769-84F8-88DC64450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7B310-6692-4981-9CB8-FE79A091F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A2C9E-A9AD-4BB9-A691-90BB84F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3D45D-C826-4846-BBFC-A0D98B7E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16961-40DC-443E-9DB8-3A987DF4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3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1C24-32F4-4208-B651-CDCBFCD0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74779-B577-461F-A409-71F6A5A11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044BD-4FA0-432C-95D7-517D2DE8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F283-FE61-4C9A-9E39-74D429C5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9B807-6FE9-4E47-846B-BCB39B7A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594DD-FFD4-4AA9-BCDA-0BA87C146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C2B6E-24EB-42CE-8B4D-3178D08C7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92C56-63F3-4246-AAEE-2FBC89E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0319-C816-40EC-B1D0-FD9748E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4E9AB-6952-407A-9F06-2EB91717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7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BD07D4-B389-3FCB-C4AA-A116E999590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</a:blip>
          <a:stretch>
            <a:fillRect/>
          </a:stretch>
        </p:blipFill>
        <p:spPr>
          <a:xfrm>
            <a:off x="1899617" y="-531122"/>
            <a:ext cx="7920244" cy="7920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E815A7-E31F-4472-A7D2-1F081FF2D8E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673901" y="-78013"/>
            <a:ext cx="1518099" cy="151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s.oracle.com/fusionhcmcoe/securing-oracle-fusion-ai-agent-studio-setup-access-guid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69190-5E8B-06E8-B059-0F732CD44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8640AD-43D4-6C1C-5CF4-EC0CB1E99070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F6D46-137B-9D5F-6929-2DDD21E8EEA0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742EE6-A3A5-6E0A-E4EB-9BD3F3EBE8E0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33493E-8AAE-9CB9-0A4E-F0C54CA8C5CD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7EEB09-EB4B-603A-6BC1-503673C0F690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/>
              <a:t>CLOUDSHINE  •  ORACLE FUSION AI AGENT STUDIO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7598B2-6D85-1334-1AB1-D4EE03F1FB4A}"/>
              </a:ext>
            </a:extLst>
          </p:cNvPr>
          <p:cNvSpPr txBox="1"/>
          <p:nvPr/>
        </p:nvSpPr>
        <p:spPr>
          <a:xfrm>
            <a:off x="880860" y="1543208"/>
            <a:ext cx="10340352" cy="150810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anchor="ctr">
            <a:spAutoFit/>
          </a:bodyPr>
          <a:lstStyle/>
          <a:p>
            <a:pPr algn="ctr">
              <a:defRPr sz="2800" b="1">
                <a:solidFill>
                  <a:srgbClr val="141B3C"/>
                </a:solidFill>
                <a:latin typeface="Aptos"/>
              </a:defRPr>
            </a:pPr>
            <a:r>
              <a:rPr lang="en-US" sz="7200"/>
              <a:t>Security</a:t>
            </a:r>
          </a:p>
          <a:p>
            <a:pPr algn="ctr">
              <a:defRPr sz="2800" b="1">
                <a:solidFill>
                  <a:srgbClr val="141B3C"/>
                </a:solidFill>
                <a:latin typeface="Aptos"/>
              </a:defRPr>
            </a:pPr>
            <a:r>
              <a:rPr lang="en-US" sz="2000">
                <a:hlinkClick r:id="rId2"/>
              </a:rPr>
              <a:t>Fusion AI Agent Studio Security – Basics</a:t>
            </a:r>
            <a:endParaRPr lang="en-US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589155-64C4-D820-8D91-D1A0E04833DD}"/>
              </a:ext>
            </a:extLst>
          </p:cNvPr>
          <p:cNvSpPr txBox="1"/>
          <p:nvPr/>
        </p:nvSpPr>
        <p:spPr>
          <a:xfrm>
            <a:off x="880860" y="3852207"/>
            <a:ext cx="10340352" cy="95410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anchor="ctr">
            <a:spAutoFit/>
          </a:bodyPr>
          <a:lstStyle/>
          <a:p>
            <a:pPr>
              <a:buFont typeface="Arial"/>
              <a:buChar char="•"/>
              <a:defRPr sz="2800" b="1">
                <a:solidFill>
                  <a:srgbClr val="141B3C"/>
                </a:solidFill>
                <a:latin typeface="Aptos"/>
              </a:defRPr>
            </a:pP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Role Setup: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 Create custom roles with the required permission groups enabled.</a:t>
            </a:r>
            <a:endParaRPr lang="en-US" sz="1400" b="1">
              <a:solidFill>
                <a:schemeClr val="tx1"/>
              </a:solidFill>
              <a:latin typeface="Aptos"/>
              <a:ea typeface="+mn-lt"/>
              <a:cs typeface="+mn-lt"/>
            </a:endParaRPr>
          </a:p>
          <a:p>
            <a:pPr>
              <a:buFont typeface="Arial"/>
              <a:buChar char="•"/>
              <a:defRPr sz="2800" b="1">
                <a:solidFill>
                  <a:srgbClr val="141B3C"/>
                </a:solidFill>
                <a:latin typeface="Aptos"/>
              </a:defRPr>
            </a:pPr>
            <a:endParaRPr lang="en-US" sz="1400" b="1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  <a:defRPr sz="2800" b="1">
                <a:solidFill>
                  <a:srgbClr val="141B3C"/>
                </a:solidFill>
                <a:latin typeface="Aptos"/>
              </a:defRPr>
            </a:pP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Access Assignment: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 Assign appropriate admin duty roles for configuration tasks and end-user privileges for agent interaction, based on organizational requirements.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168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63BB-86F3-582E-3DFB-51B4095A0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93B72D-06B9-23CF-4462-CC0E0ADEEC93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13431C-607D-9234-3ACA-D4B146651C3A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F304E6-D69D-B063-F459-B80D1DCFD8F5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1B104A-DEC6-3105-7C0B-77E9A1661F14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4FE562-086B-5CB9-6B2D-6A7193C018B0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/>
              <a:t>CLOUDSHINE  •  ORACLE FUSION AI AGENT STUDIO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A3C0D-41CF-F58C-68D3-8B54E9CAD310}"/>
              </a:ext>
            </a:extLst>
          </p:cNvPr>
          <p:cNvSpPr txBox="1"/>
          <p:nvPr/>
        </p:nvSpPr>
        <p:spPr>
          <a:xfrm>
            <a:off x="880860" y="4175372"/>
            <a:ext cx="10340352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anchor="ctr">
            <a:spAutoFit/>
          </a:bodyPr>
          <a:lstStyle/>
          <a:p>
            <a:pPr algn="ctr">
              <a:defRPr sz="2800" b="1">
                <a:solidFill>
                  <a:srgbClr val="141B3C"/>
                </a:solidFill>
                <a:latin typeface="Aptos"/>
              </a:defRPr>
            </a:pPr>
            <a:endParaRPr lang="en-US" sz="1400">
              <a:solidFill>
                <a:srgbClr val="161513"/>
              </a:solidFill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5767CA-D269-C42A-FB28-3379C2A7F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4381"/>
            <a:ext cx="12192000" cy="459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87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CDE90-E1C1-A92C-9452-CFA62F864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0B9734-0593-6C2D-7A4A-44097C5AD80C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3E901B-E9FC-7BBE-FB92-634723D4999F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94A246-492B-9260-2166-385AC624FF5D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2B0683-94C9-4839-4A62-B8305610C728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BBA5D-BF4D-E658-2AA8-A94D388E382C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/>
              <a:t>CLOUDSHINE  •  ORACLE FUSION AI AGENT STUDIO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A08FE9-3AD6-B832-5C63-B0DF60CDBB05}"/>
              </a:ext>
            </a:extLst>
          </p:cNvPr>
          <p:cNvSpPr txBox="1"/>
          <p:nvPr/>
        </p:nvSpPr>
        <p:spPr>
          <a:xfrm>
            <a:off x="880860" y="2520055"/>
            <a:ext cx="10340352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anchor="ctr">
            <a:spAutoFit/>
          </a:bodyPr>
          <a:lstStyle/>
          <a:p>
            <a:pPr algn="ctr">
              <a:defRPr sz="2800" b="1">
                <a:solidFill>
                  <a:srgbClr val="141B3C"/>
                </a:solidFill>
                <a:latin typeface="Aptos"/>
              </a:defRPr>
            </a:pPr>
            <a:r>
              <a:rPr lang="en-US" sz="7200"/>
              <a:t>Agent Creation Process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963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F674E-9FED-4DE5-B3B6-116FA7743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B12B9-0A20-504F-D1D3-06763774E0DA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86EEEE-04B2-1411-CF7B-C219594F09E9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A3E991-298F-A614-3569-701970ED115C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8BC7B7-ACC0-68EA-CCBC-19586D6E7D37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2CE463-7EF8-BB6F-11A3-011744E119CC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/>
              <a:t>CLOUDSHINE  •  ORACLE FUSION AI AGENT STUDIO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10310F-6A23-9B04-6EBC-111623B41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581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E6258-A0B8-7D07-622F-B0267FA56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E848CC-8891-022B-322B-7E8FDBFDCB02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5D2E84-495D-BDC5-205E-AA927F590B69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B4C6F5-28C5-DD38-47F4-B432E2016B77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67DA1F-5906-7907-BCF8-BFFA1542AA9B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C2B17-4726-C448-08C2-A03872DC9049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/>
              <a:t>CLOUDSHINE  •  ORACLE FUSION AI AGENT STUDIO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BA67BF-17E9-861D-6790-92FC25D5B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001" y="0"/>
            <a:ext cx="7721997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684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258BA-A039-9B75-1C21-1B41B07F2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2B6AC9-F61B-CE30-8BE8-EB6CC06FA1EE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592D2-3828-BA53-5A9A-A8602588F4BB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1B5EDC-2E02-75A5-8F83-9D4067FBAFD9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61C941-3A07-11E2-9BDA-D6CC310CD097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700CA9-F7F7-AE98-DFD6-CDCC6144561F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/>
              <a:t>CLOUDSHINE  •  ORACLE FUSION AI AGENT STUDIO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A70C84-80CE-FFE7-31CC-BBA96634C3CC}"/>
              </a:ext>
            </a:extLst>
          </p:cNvPr>
          <p:cNvSpPr txBox="1"/>
          <p:nvPr/>
        </p:nvSpPr>
        <p:spPr>
          <a:xfrm>
            <a:off x="880860" y="2520055"/>
            <a:ext cx="10340352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anchor="ctr">
            <a:spAutoFit/>
          </a:bodyPr>
          <a:lstStyle/>
          <a:p>
            <a:pPr algn="ctr">
              <a:defRPr sz="2800" b="1">
                <a:solidFill>
                  <a:srgbClr val="141B3C"/>
                </a:solidFill>
                <a:latin typeface="Aptos"/>
              </a:defRPr>
            </a:pPr>
            <a:r>
              <a:rPr lang="en-US" sz="7200"/>
              <a:t>Business Objects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49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CDE06-C11E-0EEB-684F-C4BD854A7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942F8D-C5EF-8802-0738-C4009777A818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057D3-47F3-F4C6-E913-911C83DCFC5C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42A4A4-97F5-585F-0C53-11D3CA3F721F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F781AD-CE52-8B81-D135-B0D26B2C8FB2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746226-E985-8664-F95E-7FD233DC0003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/>
              <a:t>CLOUDSHINE  •  ORACLE FUSION AI AGENT STUDIO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9498E9-5536-6D69-F425-28E94E2DF593}"/>
              </a:ext>
            </a:extLst>
          </p:cNvPr>
          <p:cNvSpPr txBox="1"/>
          <p:nvPr/>
        </p:nvSpPr>
        <p:spPr>
          <a:xfrm>
            <a:off x="880860" y="2520055"/>
            <a:ext cx="10340352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anchor="ctr">
            <a:spAutoFit/>
          </a:bodyPr>
          <a:lstStyle/>
          <a:p>
            <a:pPr algn="ctr">
              <a:defRPr sz="2800" b="1">
                <a:solidFill>
                  <a:srgbClr val="141B3C"/>
                </a:solidFill>
                <a:latin typeface="Aptos"/>
              </a:defRPr>
            </a:pPr>
            <a:r>
              <a:rPr lang="en-US" sz="7200" dirty="0"/>
              <a:t>Rest APIs And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023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FF9A0-3C8A-ABB1-7358-CD456A963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51C987-9BD7-0841-2A26-3283587D3BC5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23EEE-5EF1-E793-57D4-7CA574C0A5BE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6BC843-F12B-A308-A2D9-2EE720A07A1C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0DE1E3-F3F6-74A1-00D7-5637391B8FFF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6B486D-64D4-7E6F-3EA6-4766F88EC9EF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/>
              <a:t>CLOUDSHINE  •  ORACLE FUSION AI AGENT STUDIO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9D2B0-F37C-6CAF-FD90-C840C9F878CA}"/>
              </a:ext>
            </a:extLst>
          </p:cNvPr>
          <p:cNvSpPr txBox="1"/>
          <p:nvPr/>
        </p:nvSpPr>
        <p:spPr>
          <a:xfrm>
            <a:off x="880860" y="2520055"/>
            <a:ext cx="10340352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anchor="ctr">
            <a:spAutoFit/>
          </a:bodyPr>
          <a:lstStyle/>
          <a:p>
            <a:pPr algn="ctr">
              <a:defRPr sz="2800" b="1">
                <a:solidFill>
                  <a:srgbClr val="141B3C"/>
                </a:solidFill>
                <a:latin typeface="Aptos"/>
              </a:defRPr>
            </a:pPr>
            <a:r>
              <a:rPr lang="en-US" sz="7200" err="1"/>
              <a:t>DeepLinks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615263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B7B46-9AA9-22A6-7C57-014C2E2F0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8145B1-48A8-9A91-2AB4-844FFBB4E510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BA6D30-BA84-C317-DA5E-0116339580B6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A6A434-4259-034F-05D3-7373B2C92442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9A4625-AA46-2A27-EDB8-EEFFB13EA523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41E889-3AEB-7BDA-C016-28E28D061F6B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/>
              <a:t>CLOUDSHINE  •  ORACLE FUSION AI AGENT STUDIO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43D54D-50F7-49FE-AC6D-E698F139FDDC}"/>
              </a:ext>
            </a:extLst>
          </p:cNvPr>
          <p:cNvSpPr txBox="1"/>
          <p:nvPr/>
        </p:nvSpPr>
        <p:spPr>
          <a:xfrm>
            <a:off x="880860" y="2520055"/>
            <a:ext cx="10340352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anchor="ctr">
            <a:spAutoFit/>
          </a:bodyPr>
          <a:lstStyle/>
          <a:p>
            <a:pPr algn="ctr">
              <a:defRPr sz="2800" b="1">
                <a:solidFill>
                  <a:srgbClr val="141B3C"/>
                </a:solidFill>
                <a:latin typeface="Aptos"/>
              </a:defRPr>
            </a:pPr>
            <a:r>
              <a:rPr lang="en-US" sz="7200" dirty="0"/>
              <a:t>Demo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4197703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22BCA-FD23-A752-0A2D-C1FDFB18C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860292-16C7-4572-BC9E-01EB107DD55B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E84109-398F-5CA8-DA9B-ADEB61E84A9D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4F63C9-1841-5C9A-5140-E4A2473D61D9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A9ABF7-F2A3-C8BA-57B0-E20701E29F70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969BEF-8F15-D965-9432-FE336FF44F9E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/>
              <a:t>CLOUDSHINE  •  ORACLE FUSION AI AGENT STUDIO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681361-92F8-4357-7166-8038A6F35830}"/>
              </a:ext>
            </a:extLst>
          </p:cNvPr>
          <p:cNvSpPr txBox="1"/>
          <p:nvPr/>
        </p:nvSpPr>
        <p:spPr>
          <a:xfrm>
            <a:off x="880860" y="2520055"/>
            <a:ext cx="10340352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 anchor="ctr">
            <a:spAutoFit/>
          </a:bodyPr>
          <a:lstStyle/>
          <a:p>
            <a:pPr algn="ctr">
              <a:defRPr sz="2800" b="1">
                <a:solidFill>
                  <a:srgbClr val="141B3C"/>
                </a:solidFill>
                <a:latin typeface="Aptos"/>
              </a:defRPr>
            </a:pPr>
            <a:r>
              <a:rPr lang="en-US" sz="7200"/>
              <a:t>Workflow Agent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51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17862-F7F9-6706-F6C9-DD7710E75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E607E3-0476-20DB-AA77-3B468BCBCEEA}"/>
              </a:ext>
            </a:extLst>
          </p:cNvPr>
          <p:cNvSpPr txBox="1"/>
          <p:nvPr/>
        </p:nvSpPr>
        <p:spPr>
          <a:xfrm>
            <a:off x="11201400" y="630936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F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99791A-8814-DE07-C451-27C6A65B511F}"/>
              </a:ext>
            </a:extLst>
          </p:cNvPr>
          <p:cNvSpPr txBox="1"/>
          <p:nvPr/>
        </p:nvSpPr>
        <p:spPr>
          <a:xfrm>
            <a:off x="758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4377BE-74FD-2181-6299-CBE966D8F8DA}"/>
              </a:ext>
            </a:extLst>
          </p:cNvPr>
          <p:cNvSpPr txBox="1"/>
          <p:nvPr/>
        </p:nvSpPr>
        <p:spPr>
          <a:xfrm>
            <a:off x="7616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EE0B0D-3897-2B00-BB00-8C9995BDE390}"/>
              </a:ext>
            </a:extLst>
          </p:cNvPr>
          <p:cNvSpPr txBox="1"/>
          <p:nvPr/>
        </p:nvSpPr>
        <p:spPr>
          <a:xfrm>
            <a:off x="9902952" y="21762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310A94-50B3-BBAA-DE30-197464E2461C}"/>
              </a:ext>
            </a:extLst>
          </p:cNvPr>
          <p:cNvSpPr txBox="1"/>
          <p:nvPr/>
        </p:nvSpPr>
        <p:spPr>
          <a:xfrm>
            <a:off x="609600" y="6492686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676F87"/>
                </a:solidFill>
                <a:latin typeface="Aptos"/>
              </a:defRPr>
            </a:pPr>
            <a:r>
              <a:rPr lang="it-IT" sz="1200"/>
              <a:t>CLOUDSHINE  •  ORACLE FUSION AI AGENT STUDIO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037451-99A2-220D-DBBE-C44A43008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9"/>
            <a:ext cx="10769600" cy="634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66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38095-B07A-0593-56F6-5E4A6907E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 descr="A blue circles with white text&#10;&#10;AI-generated content may be incorrect.">
            <a:extLst>
              <a:ext uri="{FF2B5EF4-FFF2-40B4-BE49-F238E27FC236}">
                <a16:creationId xmlns:a16="http://schemas.microsoft.com/office/drawing/2014/main" id="{6B7DE3E7-A845-EDEA-AA63-5C2B40188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" y="0"/>
            <a:ext cx="12417136" cy="6858000"/>
          </a:xfrm>
          <a:prstGeom prst="rect">
            <a:avLst/>
          </a:prstGeom>
        </p:spPr>
      </p:pic>
      <p:pic>
        <p:nvPicPr>
          <p:cNvPr id="4" name="Picture 3" descr="A logo with a sun and clouds&#10;&#10;AI-generated content may be incorrect.">
            <a:extLst>
              <a:ext uri="{FF2B5EF4-FFF2-40B4-BE49-F238E27FC236}">
                <a16:creationId xmlns:a16="http://schemas.microsoft.com/office/drawing/2014/main" id="{DF3BA5BA-C6E4-3DB9-AB0E-26352460B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4484" y="0"/>
            <a:ext cx="1397516" cy="139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862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c172179-6220-421e-97ce-2742858f5bdc" xsi:nil="true"/>
    <lcf76f155ced4ddcb4097134ff3c332f xmlns="9474b91c-4ff9-4450-918e-cb279ecc8a9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0503505CA40D469C0DB526B51F44AE" ma:contentTypeVersion="13" ma:contentTypeDescription="Create a new document." ma:contentTypeScope="" ma:versionID="93798974abf68fcc6340701f0c11b29e">
  <xsd:schema xmlns:xsd="http://www.w3.org/2001/XMLSchema" xmlns:xs="http://www.w3.org/2001/XMLSchema" xmlns:p="http://schemas.microsoft.com/office/2006/metadata/properties" xmlns:ns2="9474b91c-4ff9-4450-918e-cb279ecc8a99" xmlns:ns3="9c172179-6220-421e-97ce-2742858f5bdc" targetNamespace="http://schemas.microsoft.com/office/2006/metadata/properties" ma:root="true" ma:fieldsID="71ea9a159eaa08c92a2e2340012c91cb" ns2:_="" ns3:_="">
    <xsd:import namespace="9474b91c-4ff9-4450-918e-cb279ecc8a99"/>
    <xsd:import namespace="9c172179-6220-421e-97ce-2742858f5b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74b91c-4ff9-4450-918e-cb279ecc8a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330d6a8-edf0-4129-b3c8-de6e1c9785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172179-6220-421e-97ce-2742858f5bd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756018c-2728-492e-84c8-1e0f24bebc0a}" ma:internalName="TaxCatchAll" ma:showField="CatchAllData" ma:web="9c172179-6220-421e-97ce-2742858f5b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00F64-9193-44F8-BD63-E681103777C8}">
  <ds:schemaRefs>
    <ds:schemaRef ds:uri="9474b91c-4ff9-4450-918e-cb279ecc8a99"/>
    <ds:schemaRef ds:uri="9c172179-6220-421e-97ce-2742858f5bd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B3C4B73-8286-4371-9C2A-389CD626998E}">
  <ds:schemaRefs>
    <ds:schemaRef ds:uri="9474b91c-4ff9-4450-918e-cb279ecc8a99"/>
    <ds:schemaRef ds:uri="9c172179-6220-421e-97ce-2742858f5bd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revision>6</cp:revision>
  <dcterms:created xsi:type="dcterms:W3CDTF">2025-03-04T05:23:02Z</dcterms:created>
  <dcterms:modified xsi:type="dcterms:W3CDTF">2026-09-24T06:37:14Z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0x010100800503505CA40D469C0DB526B51F44AE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_activity">
    <vt:lpwstr>{"FileActivityType":"9","FileActivityTimeStamp":"2026-04-03T08:16:05.730Z","FileActivityUsersOnPage":[{"DisplayName":"Nishant Kumar Singh","Id":"nishantkumar.singh@cloudshinepro.com"},{"DisplayName":"Maibub Basha","Id":"maibub.basha@cloudshinepro.com"}],"FileActivityNavigationId":null}</vt:lpwstr>
  </property>
  <property fmtid="{D5CDD505-2E9C-101B-9397-08002B2CF9AE}" pid="6" name="TriggerFlowInfo">
    <vt:lpwstr/>
  </property>
  <property fmtid="{D5CDD505-2E9C-101B-9397-08002B2CF9AE}" pid="7" name="MediaServiceImageTags">
    <vt:lpwstr/>
  </property>
</Properties>
</file>