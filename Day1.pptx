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76" r:id="rId5"/>
    <p:sldId id="282" r:id="rId6"/>
    <p:sldId id="283" r:id="rId7"/>
    <p:sldId id="284" r:id="rId8"/>
    <p:sldId id="285" r:id="rId9"/>
    <p:sldId id="286" r:id="rId10"/>
    <p:sldId id="287" r:id="rId11"/>
    <p:sldId id="289" r:id="rId12"/>
    <p:sldId id="288" r:id="rId13"/>
    <p:sldId id="293" r:id="rId14"/>
    <p:sldId id="290" r:id="rId15"/>
    <p:sldId id="291" r:id="rId16"/>
    <p:sldId id="292" r:id="rId17"/>
    <p:sldId id="28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ADA"/>
    <a:srgbClr val="FF91C5"/>
    <a:srgbClr val="A7C6E9"/>
    <a:srgbClr val="030553"/>
    <a:srgbClr val="6B8DE1"/>
    <a:srgbClr val="7BEBD8"/>
    <a:srgbClr val="8335E5"/>
    <a:srgbClr val="6C92E1"/>
    <a:srgbClr val="6313DC"/>
    <a:srgbClr val="7D4B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42" dt="2026-09-24T05:57:45.262"/>
    <p1510:client id="{3C243ED2-0663-40F0-60D9-D849A08CD213}" v="5" dt="2026-09-22T07:56:05.1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15" y="62"/>
      </p:cViewPr>
      <p:guideLst>
        <p:guide orient="horz" pos="2064"/>
        <p:guide pos="3840"/>
        <p:guide pos="456"/>
        <p:guide pos="72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0BBB5-FEB0-47AD-A01D-A9D346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5F25D-6082-47DE-9B2C-675944DD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4B0FF-3B25-4E5C-A0A7-4E163636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77007-1A01-499B-ACAD-C9F9C20B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ADCE2-978E-4923-B0E9-4C966B67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2F9E5-192C-4E88-9147-D263893B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A7138-3EAF-4C9D-903E-55D9BC040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B0B82-496D-45C3-A682-7AF9AFFB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DAD0-5F6F-47DA-A010-1C4A30C8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EFA6E-A768-42A8-B2C3-F100D8260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46640-E89E-47CE-984D-0C0ECF7C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77A8F-F167-4C43-AEE7-45067080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DA754-ED79-4909-833D-55BF9A5D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8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A026-BFE6-4D2A-9ABF-C593B566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747E8-A36B-4B4A-B2A4-B5283152A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6B59D-87BD-4F32-B9BC-31F9B1A5D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49B47-0C41-4DCC-9902-126916D9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D28B7-2F2D-4E80-A107-C1F266C6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D650A-4D0F-46AE-A132-267FCD92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87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C6F9-F6F6-4EA1-98AA-81B84F7CC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8B83E-B37C-46C9-8284-D6EBA0033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150B8-0288-44AC-9CE7-E7BD9FB32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5DCAE-6027-49B9-A818-F45FADE27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FAE16-DBCB-4A42-BFFC-053F2D529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8C038-E6A1-499D-9E24-FA598042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911B6-A759-487E-8CB6-CF9EF737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06EC0-369D-4138-8D70-148CFDEE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554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2F8A-97AC-456C-B9E3-45A7D520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0F483-F2B9-47A3-9B5C-8C264B70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49874-9D9B-4597-B20D-33D6F58B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5894C-9062-435A-9758-82ED9C6D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A3F6AD-4D61-4238-AB7D-613625BF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AACDC9-944D-47C6-B286-82C86AD9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AAC43-3846-4080-B764-AB2DB308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7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F4779-0336-4AFA-B9A7-259EE8BE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2F449-DDC3-4694-81E5-91A4B8F43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0A2C4-3B2E-46AC-9605-73F5B2CC1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09769-F5A5-4635-BD0C-D6049DEB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52DC3-D3D7-446F-A866-D7820B7BF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CDB00-5218-4567-902B-845073BE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2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61E4-9FF7-494B-A1C9-C9A1DD70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45657-DA21-4769-84F8-88DC64450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7B310-6692-4981-9CB8-FE79A091F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A2C9E-A9AD-4BB9-A691-90BB84F5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3D45D-C826-4846-BBFC-A0D98B7E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16961-40DC-443E-9DB8-3A987DF4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33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1C24-32F4-4208-B651-CDCBFCD0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74779-B577-461F-A409-71F6A5A11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044BD-4FA0-432C-95D7-517D2DE8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7F283-FE61-4C9A-9E39-74D429C5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9B807-6FE9-4E47-846B-BCB39B7A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85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594DD-FFD4-4AA9-BCDA-0BA87C146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C2B6E-24EB-42CE-8B4D-3178D08C7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92C56-63F3-4246-AAEE-2FBC89E8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10319-C816-40EC-B1D0-FD9748E4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4E9AB-6952-407A-9F06-2EB91717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71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BD07D4-B389-3FCB-C4AA-A116E999590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20000"/>
          </a:blip>
          <a:stretch>
            <a:fillRect/>
          </a:stretch>
        </p:blipFill>
        <p:spPr>
          <a:xfrm>
            <a:off x="1899617" y="-531122"/>
            <a:ext cx="7920244" cy="79202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E815A7-E31F-4472-A7D2-1F081FF2D8E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673901" y="-78013"/>
            <a:ext cx="1518099" cy="151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81340" y="399885"/>
            <a:ext cx="7973072" cy="5232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>
              <a:defRPr sz="2800" b="1">
                <a:solidFill>
                  <a:srgbClr val="141B3C"/>
                </a:solidFill>
                <a:latin typeface="Aptos"/>
              </a:defRPr>
            </a:pPr>
            <a:r>
              <a:rPr lang="en-US" sz="2800" b="1" dirty="0">
                <a:solidFill>
                  <a:srgbClr val="141B3C"/>
                </a:solidFill>
                <a:latin typeface="Aptos"/>
              </a:rPr>
              <a:t>Introduction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ECBB1-F7CD-B7CC-A49F-E038603E44A9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 dirty="0"/>
              <a:t>CLOUDSHINE  •  ORACLE FUSION AI AGENT STUDIO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87BFDE-A1FC-891D-D4D0-3EA4557B1127}"/>
              </a:ext>
            </a:extLst>
          </p:cNvPr>
          <p:cNvSpPr txBox="1"/>
          <p:nvPr/>
        </p:nvSpPr>
        <p:spPr>
          <a:xfrm>
            <a:off x="992620" y="1714435"/>
            <a:ext cx="10340352" cy="187684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457200" indent="-457200">
              <a:buFont typeface="Arial"/>
              <a:buChar char="•"/>
              <a:defRPr sz="2800" b="1">
                <a:solidFill>
                  <a:srgbClr val="141B3C"/>
                </a:solidFill>
                <a:latin typeface="Aptos"/>
              </a:defRPr>
            </a:pPr>
            <a:r>
              <a:rPr lang="en-US" sz="2800" b="1" dirty="0">
                <a:solidFill>
                  <a:srgbClr val="141B3C"/>
                </a:solidFill>
                <a:latin typeface="Aptos"/>
              </a:rPr>
              <a:t>AI and AI Agent</a:t>
            </a:r>
            <a:endParaRPr lang="en-US" dirty="0"/>
          </a:p>
          <a:p>
            <a:pPr marL="457200" indent="-457200">
              <a:buFont typeface="Arial"/>
              <a:buChar char="•"/>
              <a:defRPr sz="2800" b="1">
                <a:solidFill>
                  <a:srgbClr val="141B3C"/>
                </a:solidFill>
                <a:latin typeface="Aptos"/>
              </a:defRPr>
            </a:pPr>
            <a:r>
              <a:rPr lang="en-US" dirty="0"/>
              <a:t>Prompt Engineering</a:t>
            </a:r>
          </a:p>
          <a:p>
            <a:pPr marL="457200" indent="-457200">
              <a:buFont typeface="Arial"/>
              <a:buChar char="•"/>
              <a:defRPr sz="2800" b="1">
                <a:solidFill>
                  <a:srgbClr val="141B3C"/>
                </a:solidFill>
                <a:latin typeface="Aptos"/>
              </a:defRPr>
            </a:pPr>
            <a:r>
              <a:rPr lang="en-US" dirty="0"/>
              <a:t>Oracle Fusion AI Agent</a:t>
            </a:r>
          </a:p>
          <a:p>
            <a:pPr algn="ctr">
              <a:defRPr sz="2800" b="1">
                <a:solidFill>
                  <a:srgbClr val="141B3C"/>
                </a:solidFill>
                <a:latin typeface="Aptos"/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238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4F498-0280-6EE7-649B-C30B2262A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E498B4-AFA4-B36E-5916-849E2A63F341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454736-A0D8-1457-5C08-B1D3676BA12B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AF3D71-EF3F-7F10-1486-94BF969461D8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435F10-5C0C-D38A-B79D-BD0748E364D5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284BD7-9706-0D6D-EB6A-C368001FF86F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 dirty="0"/>
              <a:t>CLOUDSHINE  •  ORACLE FUSION AI AGENT STUDIO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242721-052A-5960-89F0-941909EF1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72720"/>
            <a:ext cx="9453880" cy="627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20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67E2A-93AD-12C7-67DF-B9BA19ED2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FEF4DA-5121-B2F3-0690-ABA9FE60B906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E9B53C-38DF-5C56-704D-59B8355C7420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275396-51D3-2A5D-EF9B-9A4A6681B1CF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1E7044-A169-18C0-D88A-705AEE902C2F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ABE410-C622-003C-E6C2-FF373A1EEC80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 dirty="0"/>
              <a:t>CLOUDSHINE  •  ORACLE FUSION AI AGENT STUDIO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8656CF-8F17-6AB8-A6C7-2CDD0422C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00" y="365760"/>
            <a:ext cx="968756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737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A69B2-F8EA-6606-DF84-A01F837D8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F89B31-50B4-42B4-4DEA-5BC0623DFFFB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7CFD68-E4A7-6ED7-54E7-514BF3CDB64E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8E8975-BB7A-61DC-A926-266EFBDE194D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5E55DF-BAFB-7A95-3B51-57E8FD5A2AB9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CCF45-EBE9-2423-BA80-E95CADC97CFD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 dirty="0"/>
              <a:t>CLOUDSHINE  •  ORACLE FUSION AI AGENT STUDIO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83A049-6D33-67A2-DBB0-FB6DC055B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60" y="-10160"/>
            <a:ext cx="9646920" cy="646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7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4F698-DA74-1C5C-5272-E589B8E92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FBCB46-F8F9-5386-D6A3-08B25107C15C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A5D95E-C699-9795-2A4A-F5A64581E301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F9CB18-441A-E422-5410-22E275F83B1F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669E94-997F-0128-8537-02FBB99D24F5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7E8E7D-6BA3-F8C3-8468-145263D53391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 dirty="0"/>
              <a:t>CLOUDSHINE  •  ORACLE FUSION AI AGENT STUDIO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030189-D034-118F-E68F-9650BD32A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00" y="0"/>
            <a:ext cx="9779000" cy="651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071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23E19-23E2-C45C-9B67-B059E1670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A45001-F439-7D86-7890-D53131318E37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2DCA29-7176-C4FB-08D3-6708E107AE71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5C707A-A3D9-E4BE-C071-EF9D938B3383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809EF6-F1E8-CA56-C06A-707D4EB6DE46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986659-2C14-2324-2214-612D3430004F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 dirty="0"/>
              <a:t>CLOUDSHINE  •  ORACLE FUSION AI AGENT STUDIO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614EA9-06B9-42A7-E394-F59A8074A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60" y="243840"/>
            <a:ext cx="9433560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980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1F2AA-850D-E905-EB74-06DD55588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1EE49F-D7CA-6DFE-965D-0262F0CDFF0F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CAC72F-4FCA-A7C9-6068-97E471215712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170F52-E3AC-31E1-DCA7-054415069561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320E18-81FC-0CFA-3304-401B0CFEE5F2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3F7165-0A6E-0A04-B551-E6B56FE2A475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 dirty="0"/>
              <a:t>CLOUDSHINE  •  ORACLE FUSION AI AGENT STUDIO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DF9967-01A0-A178-A369-66E7D05D9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820" y="121920"/>
            <a:ext cx="9413240" cy="628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799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CD1B5-21DF-26CD-9FE2-5B15DBA96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10F50D-68D5-1ECF-75B6-4AA52861D2AF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22001-0B0C-8855-62CD-D5079C7B8AD2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73823E-62C6-3C75-A8EE-6D55AB04E5DF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1A28D1-7664-E971-51C8-713E9FBA3AAA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BA7371-75CF-F18F-3E5D-7353C169612E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 dirty="0"/>
              <a:t>CLOUDSHINE  •  ORACLE FUSION AI AGENT STUDIO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9B3467-DA12-C833-C674-57C3E39A8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00" y="365760"/>
            <a:ext cx="9179560" cy="608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862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E21C3-0689-7D58-3150-0C2F1020C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8268CA-2E52-D559-7F92-67948C6881FE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337A5F-A8C2-1E03-B2B5-5A24C45E1C65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8400E3-0578-D272-CD8F-6E3151DC6D9B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ECCD68-0E4D-CEEF-2722-E68E09B61549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41D37E-5481-BC52-6947-C6F455957313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 dirty="0"/>
              <a:t>CLOUDSHINE  •  ORACLE FUSION AI AGENT STUDIO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177B12-8A1B-A250-EC35-D0F105247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60" y="60960"/>
            <a:ext cx="10012680" cy="641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998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C108-D10C-74CC-4962-8CF50AEF1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3468DF-9EDD-D661-F6F9-707BEF45158D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E65D29-05FF-E466-7C56-A0BB76983CE0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86ABA6-811C-4C62-488D-0568DA8D59EE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7526BD-8805-EC44-614B-A5F4B01BF6C3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23A0B4-AD4E-3155-380B-7E9D056EEAAA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 dirty="0"/>
              <a:t>CLOUDSHINE  •  ORACLE FUSION AI AGENT STUDIO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188032-CDB8-7D27-8D16-905FB6AA0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80" y="30480"/>
            <a:ext cx="10022840" cy="639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1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9F8D9-AF42-C569-8783-27D783C2E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3FB683-83FC-1AEC-12B2-391CE32894B9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D1DE1F-A188-B4A6-AAB2-6D0B7946F29C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B95AB6-08DE-897E-A0E4-A399A7912CD4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1C5F0C-6E3F-87A1-BC48-FDF484D103B7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B2D42C-2840-F410-88DF-0C6EDDCF547F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 dirty="0"/>
              <a:t>CLOUDSHINE  •  ORACLE FUSION AI AGENT STUDIO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A0C32F-983A-3CBA-AAAE-2B7977515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264160"/>
            <a:ext cx="10742802" cy="604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442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E30F6-DE94-C144-B90E-7083BEF84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C74423-D9AC-33CE-CED0-B4AD582E662D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9BE7E6-2AD8-E588-6E7C-40522CCEF433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80A6A7-7F66-8294-C3A1-6A3162CEEB43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B604B7-E34B-659C-C73E-501453C0F97F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E77B0F-7492-BBC9-8D52-CDC4FE8DEF70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 dirty="0"/>
              <a:t>CLOUDSHINE  •  ORACLE FUSION AI AGENT STUDIO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4349CB-B50C-A201-4028-3308C5C5E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60" y="-20320"/>
            <a:ext cx="9707880" cy="647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606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2839A-FBDC-57BC-BF21-F43C89604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938D92-3C8A-F9D0-357D-673383929EEE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4E677A-D57C-D5CF-78DF-81F17EA2049F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771163-3206-62B1-DC18-4F5EDB4C090C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F92862-5157-B365-E1C0-F57C30057955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3A3363-0AD2-21B2-FC96-F4B9E2D48796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 dirty="0"/>
              <a:t>CLOUDSHINE  •  ORACLE FUSION AI AGENT STUDIO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CAAFF7-ED41-1B2C-70A2-68711DCF2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0"/>
            <a:ext cx="9626600" cy="644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691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38095-B07A-0593-56F6-5E4A6907E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" name="Picture 2" descr="A blue circles with white text&#10;&#10;AI-generated content may be incorrect.">
            <a:extLst>
              <a:ext uri="{FF2B5EF4-FFF2-40B4-BE49-F238E27FC236}">
                <a16:creationId xmlns:a16="http://schemas.microsoft.com/office/drawing/2014/main" id="{6B7DE3E7-A845-EDEA-AA63-5C2B40188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0" y="0"/>
            <a:ext cx="12417136" cy="6858000"/>
          </a:xfrm>
          <a:prstGeom prst="rect">
            <a:avLst/>
          </a:prstGeom>
        </p:spPr>
      </p:pic>
      <p:pic>
        <p:nvPicPr>
          <p:cNvPr id="4" name="Picture 3" descr="A logo with a sun and clouds&#10;&#10;AI-generated content may be incorrect.">
            <a:extLst>
              <a:ext uri="{FF2B5EF4-FFF2-40B4-BE49-F238E27FC236}">
                <a16:creationId xmlns:a16="http://schemas.microsoft.com/office/drawing/2014/main" id="{DF3BA5BA-C6E4-3DB9-AB0E-26352460B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4484" y="0"/>
            <a:ext cx="1397516" cy="139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862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0503505CA40D469C0DB526B51F44AE" ma:contentTypeVersion="13" ma:contentTypeDescription="Create a new document." ma:contentTypeScope="" ma:versionID="93798974abf68fcc6340701f0c11b29e">
  <xsd:schema xmlns:xsd="http://www.w3.org/2001/XMLSchema" xmlns:xs="http://www.w3.org/2001/XMLSchema" xmlns:p="http://schemas.microsoft.com/office/2006/metadata/properties" xmlns:ns2="9474b91c-4ff9-4450-918e-cb279ecc8a99" xmlns:ns3="9c172179-6220-421e-97ce-2742858f5bdc" targetNamespace="http://schemas.microsoft.com/office/2006/metadata/properties" ma:root="true" ma:fieldsID="71ea9a159eaa08c92a2e2340012c91cb" ns2:_="" ns3:_="">
    <xsd:import namespace="9474b91c-4ff9-4450-918e-cb279ecc8a99"/>
    <xsd:import namespace="9c172179-6220-421e-97ce-2742858f5b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74b91c-4ff9-4450-918e-cb279ecc8a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330d6a8-edf0-4129-b3c8-de6e1c9785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172179-6220-421e-97ce-2742858f5bd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756018c-2728-492e-84c8-1e0f24bebc0a}" ma:internalName="TaxCatchAll" ma:showField="CatchAllData" ma:web="9c172179-6220-421e-97ce-2742858f5b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c172179-6220-421e-97ce-2742858f5bdc" xsi:nil="true"/>
    <lcf76f155ced4ddcb4097134ff3c332f xmlns="9474b91c-4ff9-4450-918e-cb279ecc8a9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3C4B73-8286-4371-9C2A-389CD62699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74b91c-4ff9-4450-918e-cb279ecc8a99"/>
    <ds:schemaRef ds:uri="9c172179-6220-421e-97ce-2742858f5b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900F64-9193-44F8-BD63-E681103777C8}">
  <ds:schemaRefs>
    <ds:schemaRef ds:uri="http://purl.org/dc/dcmitype/"/>
    <ds:schemaRef ds:uri="http://schemas.microsoft.com/office/2006/metadata/properties"/>
    <ds:schemaRef ds:uri="http://www.w3.org/XML/1998/namespace"/>
    <ds:schemaRef ds:uri="9c172179-6220-421e-97ce-2742858f5bdc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474b91c-4ff9-4450-918e-cb279ecc8a99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4337</TotalTime>
  <Words>778</Words>
  <Application>Microsoft Office PowerPoint</Application>
  <PresentationFormat>Widescreen</PresentationFormat>
  <Paragraphs>124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Boopesh SB</cp:lastModifiedBy>
  <cp:revision>397</cp:revision>
  <dcterms:created xsi:type="dcterms:W3CDTF">2025-03-04T05:23:02Z</dcterms:created>
  <dcterms:modified xsi:type="dcterms:W3CDTF">2026-10-24T11:23:07Z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0x010100800503505CA40D469C0DB526B51F44AE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_activity">
    <vt:lpwstr>{"FileActivityType":"9","FileActivityTimeStamp":"2026-04-03T08:16:05.730Z","FileActivityUsersOnPage":[{"DisplayName":"Nishant Kumar Singh","Id":"nishantkumar.singh@cloudshinepro.com"},{"DisplayName":"Maibub Basha","Id":"maibub.basha@cloudshinepro.com"}],"FileActivityNavigationId":null}</vt:lpwstr>
  </property>
  <property fmtid="{D5CDD505-2E9C-101B-9397-08002B2CF9AE}" pid="6" name="TriggerFlowInfo">
    <vt:lpwstr/>
  </property>
  <property fmtid="{D5CDD505-2E9C-101B-9397-08002B2CF9AE}" pid="7" name="MediaServiceImageTags">
    <vt:lpwstr/>
  </property>
</Properties>
</file>